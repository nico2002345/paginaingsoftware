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kSR/GDMAjKC2lkaDlEs1n1h/6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642202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2642202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26422023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2642202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26422023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2642202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6422023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26422023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e9354da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8e9354d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Documento Final Diseño Fase 2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26422023a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se hizo en la Fase 2 de Diseño?</a:t>
            </a:r>
            <a:endParaRPr/>
          </a:p>
        </p:txBody>
      </p:sp>
      <p:sp>
        <p:nvSpPr>
          <p:cNvPr id="209" name="Google Shape;209;g3a26422023a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En esta fase no se creó un diseño nuevo desde cero.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Lo que se hizo fue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actualizar, mejorar y corregir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la documentación técnica generada en la Fase 1, especialmente el documento SDS (Software Design Specification).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El objetivo fue dejar el diseño listo para iniciar desarrollo sin incertidumbre, errores o inconsistencias.</a:t>
            </a:r>
            <a:endParaRPr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26422023a_0_7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¿Cuál era el objetivo principal?</a:t>
            </a:r>
            <a:endParaRPr/>
          </a:p>
        </p:txBody>
      </p:sp>
      <p:sp>
        <p:nvSpPr>
          <p:cNvPr id="215" name="Google Shape;215;g3a26422023a_0_7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El objetivo fue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refinar el diseño del sistema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para que la arquitectura, los modelos y diagramas reflejaran exactamente los requerimientos aprobados y los cambios solicitados en revisiones técnicas.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Esto permitió: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Disminuir riesgos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Aumentar la claridad técnica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Asegurar trazabilidad entre requerimientos y diseño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Preparar la base para desarrollo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26422023a_0_1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documentos y diagramas fueron ajustados?</a:t>
            </a:r>
            <a:endParaRPr/>
          </a:p>
        </p:txBody>
      </p:sp>
      <p:sp>
        <p:nvSpPr>
          <p:cNvPr id="221" name="Google Shape;221;g3a26422023a_0_14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731"/>
              <a:t>Se hicieron mejoras sobre los siguientes artefactos:</a:t>
            </a:r>
            <a:endParaRPr sz="673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731"/>
              <a:t>✅ Plantilla SDS</a:t>
            </a:r>
            <a:br>
              <a:rPr lang="en-US" sz="6731"/>
            </a:br>
            <a:r>
              <a:rPr lang="en-US" sz="6731"/>
              <a:t> ✅ Generalidades del documento</a:t>
            </a:r>
            <a:br>
              <a:rPr lang="en-US" sz="6731"/>
            </a:br>
            <a:r>
              <a:rPr lang="en-US" sz="6731"/>
              <a:t> ✅ Arquitectura de software</a:t>
            </a:r>
            <a:br>
              <a:rPr lang="en-US" sz="6731"/>
            </a:br>
            <a:r>
              <a:rPr lang="en-US" sz="6731"/>
              <a:t> ✅ Diagrama de contexto</a:t>
            </a:r>
            <a:br>
              <a:rPr lang="en-US" sz="6731"/>
            </a:br>
            <a:r>
              <a:rPr lang="en-US" sz="6731"/>
              <a:t> ✅ Diagrama funcional</a:t>
            </a:r>
            <a:br>
              <a:rPr lang="en-US" sz="6731"/>
            </a:br>
            <a:r>
              <a:rPr lang="en-US" sz="6731"/>
              <a:t> ✅ Diagrama de información / modelo de datos</a:t>
            </a:r>
            <a:br>
              <a:rPr lang="en-US" sz="6731"/>
            </a:br>
            <a:r>
              <a:rPr lang="en-US" sz="6731"/>
              <a:t> ✅ Diagrama de despliegue</a:t>
            </a:r>
            <a:br>
              <a:rPr lang="en-US" sz="6731"/>
            </a:br>
            <a:r>
              <a:rPr lang="en-US" sz="6731"/>
              <a:t> ✅ Diagrama de desarrollo</a:t>
            </a:r>
            <a:br>
              <a:rPr lang="en-US" sz="6731"/>
            </a:br>
            <a:r>
              <a:rPr lang="en-US" sz="6731"/>
              <a:t> ✅ Diagrama de concurrencia</a:t>
            </a:r>
            <a:br>
              <a:rPr lang="en-US" sz="6731"/>
            </a:br>
            <a:r>
              <a:rPr lang="en-US" sz="6731"/>
              <a:t> ✅ Diagrama operacional</a:t>
            </a:r>
            <a:br>
              <a:rPr lang="en-US" sz="6731"/>
            </a:br>
            <a:r>
              <a:rPr lang="en-US" sz="6731"/>
              <a:t> ✅ Diseño detallado de software</a:t>
            </a:r>
            <a:endParaRPr sz="673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6422023a_0_21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 tomado para esta fase</a:t>
            </a:r>
            <a:endParaRPr/>
          </a:p>
        </p:txBody>
      </p:sp>
      <p:pic>
        <p:nvPicPr>
          <p:cNvPr id="227" name="Google Shape;227;g3a26422023a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6528"/>
            <a:ext cx="11887201" cy="62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a26422023a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200" y="2763150"/>
            <a:ext cx="6207626" cy="37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e9354da1_1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Trabajos Realizados en esta fase</a:t>
            </a:r>
            <a:endParaRPr/>
          </a:p>
        </p:txBody>
      </p:sp>
      <p:sp>
        <p:nvSpPr>
          <p:cNvPr id="234" name="Google Shape;234;g3a8e9354da1_1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Trabajo Realizado:19 Actividades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í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2025-11-11T15:22:38Z</dcterms:created>
  <dc:creator>NICOLAS ESTEBAN CALVO OSPINA</dc:creator>
</cp:coreProperties>
</file>