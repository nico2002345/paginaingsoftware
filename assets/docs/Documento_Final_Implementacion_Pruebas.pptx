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zXBa/RUkouHYcBXuNXEKZVA5M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46bfcc5f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46bfcc5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46bfcc5f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46bfcc5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46bfcc5f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46bfcc5f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46bfcc5f8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46bfcc5f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46bfcc5f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46bfcc5f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8e986327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8e98632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Documento Final </a:t>
            </a:r>
            <a:r>
              <a:rPr lang="en-US"/>
              <a:t>Implementación</a:t>
            </a:r>
            <a:r>
              <a:rPr lang="en-US"/>
              <a:t>/Pruebas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Presentado por Nicolas Calvo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46bfcc5f8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caso de Prueba</a:t>
            </a:r>
            <a:endParaRPr/>
          </a:p>
        </p:txBody>
      </p:sp>
      <p:sp>
        <p:nvSpPr>
          <p:cNvPr id="209" name="Google Shape;209;g3a46bfcc5f8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realizo una plantilla con los 3 casos de prueba registrados en la fase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46bfcc5f8_0_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Plan de </a:t>
            </a:r>
            <a:r>
              <a:rPr lang="en-US"/>
              <a:t>Implementación</a:t>
            </a:r>
            <a:endParaRPr/>
          </a:p>
        </p:txBody>
      </p:sp>
      <p:sp>
        <p:nvSpPr>
          <p:cNvPr id="215" name="Google Shape;215;g3a46bfcc5f8_0_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hizo la plantilla y se le agrego: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1.Evaluacion de completitud de diseño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2.Pruebas Unitarias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3.Gestion de defectos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46bfcc5f8_0_1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Plan Pruebas</a:t>
            </a:r>
            <a:endParaRPr/>
          </a:p>
        </p:txBody>
      </p:sp>
      <p:sp>
        <p:nvSpPr>
          <p:cNvPr id="221" name="Google Shape;221;g3a46bfcc5f8_0_1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modifico y se actualizo todo con los 3 casos de prueba de la 2 fase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46bfcc5f8_0_15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Documentos realizados</a:t>
            </a:r>
            <a:endParaRPr/>
          </a:p>
        </p:txBody>
      </p:sp>
      <p:sp>
        <p:nvSpPr>
          <p:cNvPr id="227" name="Google Shape;227;g3a46bfcc5f8_0_15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realizo todos los documentos que se a realizado en todas las fases como log de defectos,bitacoras,control de asignaciones,etc.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46bfcc5f8_0_2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 realizado en esta fase</a:t>
            </a:r>
            <a:endParaRPr/>
          </a:p>
        </p:txBody>
      </p:sp>
      <p:pic>
        <p:nvPicPr>
          <p:cNvPr id="233" name="Google Shape;233;g3a46bfcc5f8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6528"/>
            <a:ext cx="111823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a46bfcc5f8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3900" y="2910450"/>
            <a:ext cx="5806700" cy="34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8e9863270_1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Actividades Realizadas</a:t>
            </a:r>
            <a:endParaRPr/>
          </a:p>
        </p:txBody>
      </p:sp>
      <p:sp>
        <p:nvSpPr>
          <p:cNvPr id="240" name="Google Shape;240;g3a8e9863270_1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Trabajos Realizado:46 Actividades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rlí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2025-11-17T00:28:02Z</dcterms:created>
  <dc:creator>NICOLAS ESTEBAN CALVO OSPINA</dc:creator>
</cp:coreProperties>
</file>