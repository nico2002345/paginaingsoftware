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iG4MORx+uel9jKaE2oxUVfBk6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7a560301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7a56030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a560301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7a56030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7a560301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7a560301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7a560301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7a56030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s-CO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s-CO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1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1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1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s-CO"/>
              <a:t>Documento Final Postmortem Fase2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a5603015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400">
                <a:latin typeface="Calibri"/>
                <a:ea typeface="Calibri"/>
                <a:cs typeface="Calibri"/>
                <a:sym typeface="Calibri"/>
              </a:rPr>
              <a:t>Documento Informe de Postmortem</a:t>
            </a:r>
            <a:endParaRPr/>
          </a:p>
        </p:txBody>
      </p:sp>
      <p:sp>
        <p:nvSpPr>
          <p:cNvPr id="209" name="Google Shape;209;g3a7a5603015_0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*Al documento se le calculo las metricas a nivel de equipo,integrantes y por rol.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*Se le agrego la planeacion y seguimiento de las tareas semanales con estimado y real en cada fase.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*Se le agrego tambien si cada uno  tuvo cumplimiento en cada entrega.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*Se hizo la comparacion de tiempos al realizar el documento y el tiempo dedicado a implementar.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*Se hizo un vs entre requirimientos implementados vs planeados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7a5603015_0_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400"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-CO" sz="4400">
                <a:latin typeface="Calibri"/>
                <a:ea typeface="Calibri"/>
                <a:cs typeface="Calibri"/>
                <a:sym typeface="Calibri"/>
              </a:rPr>
              <a:t> Postmortem</a:t>
            </a:r>
            <a:endParaRPr/>
          </a:p>
        </p:txBody>
      </p:sp>
      <p:sp>
        <p:nvSpPr>
          <p:cNvPr id="215" name="Google Shape;215;g3a7a5603015_0_5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Se hizo una </a:t>
            </a: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 resumida de todo pero sacando lo </a:t>
            </a: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s-CO" sz="2800">
                <a:latin typeface="Calibri"/>
                <a:ea typeface="Calibri"/>
                <a:cs typeface="Calibri"/>
                <a:sym typeface="Calibri"/>
              </a:rPr>
              <a:t> importante y lo interesante de los datos obtenidos por fase.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7a5603015_0_1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400">
                <a:latin typeface="Calibri"/>
                <a:ea typeface="Calibri"/>
                <a:cs typeface="Calibri"/>
                <a:sym typeface="Calibri"/>
              </a:rPr>
              <a:t>Tiempo realizado en esta fase</a:t>
            </a:r>
            <a:endParaRPr/>
          </a:p>
        </p:txBody>
      </p:sp>
      <p:pic>
        <p:nvPicPr>
          <p:cNvPr id="221" name="Google Shape;221;g3a7a5603015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75" y="2242253"/>
            <a:ext cx="89535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a7a5603015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0650" y="3060000"/>
            <a:ext cx="5527725" cy="33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7a5603015_0_1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-CO" sz="4400">
                <a:latin typeface="Calibri"/>
                <a:ea typeface="Calibri"/>
                <a:cs typeface="Calibri"/>
                <a:sym typeface="Calibri"/>
              </a:rPr>
              <a:t>Actividades realizada por el integrante en la fase postmortem y total de todas las fases</a:t>
            </a:r>
            <a:endParaRPr/>
          </a:p>
        </p:txBody>
      </p:sp>
      <p:sp>
        <p:nvSpPr>
          <p:cNvPr id="228" name="Google Shape;228;g3a7a5603015_0_15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Trabajo Realizados:55 Actividades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>
                <a:latin typeface="Times New Roman"/>
                <a:ea typeface="Times New Roman"/>
                <a:cs typeface="Times New Roman"/>
                <a:sym typeface="Times New Roman"/>
              </a:rPr>
              <a:t>Actividades en total: 211 actividades en total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rlí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2025-11-21T00:35:37Z</dcterms:created>
  <dc:creator>NICOLAS ESTEBAN CALVO OSPINA</dc:creator>
</cp:coreProperties>
</file>