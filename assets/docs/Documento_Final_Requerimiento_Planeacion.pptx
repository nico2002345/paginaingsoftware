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0HhQdGObYSpoIB+WUFauqMV1x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11b218f4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11b218f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11b218f48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11b218f4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11b218f4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11b218f4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11b218f48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11b218f4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11b218f48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11b218f4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4" name="Google Shape;5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5" name="Google Shape;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7" name="Google Shape;6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8" name="Google Shape;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76" name="Google Shape;7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2" name="Google Shape;8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3" name="Google Shape;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3" name="Google Shape;9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4" name="Google Shape;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1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4" name="Google Shape;10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5" name="Google Shape;1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5" name="Google Shape;11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6" name="Google Shape;1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1" name="Google Shape;121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5" name="Google Shape;12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8" name="Google Shape;13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8" name="Google Shape;14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16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p16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6" name="Google Shape;156;p16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7" name="Google Shape;157;p16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16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3" name="Google Shape;16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17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17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17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17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17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1" name="Google Shape;18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9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2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"/>
          <p:cNvSpPr txBox="1"/>
          <p:nvPr>
            <p:ph type="ctrTitle"/>
          </p:nvPr>
        </p:nvSpPr>
        <p:spPr>
          <a:xfrm>
            <a:off x="680325" y="1039645"/>
            <a:ext cx="8144100" cy="30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en-US" sz="4800"/>
              <a:t>Documento Final Requerimientos/</a:t>
            </a:r>
            <a:r>
              <a:rPr lang="en-US" sz="4800"/>
              <a:t>Planeación</a:t>
            </a:r>
            <a:endParaRPr sz="4800"/>
          </a:p>
        </p:txBody>
      </p:sp>
      <p:sp>
        <p:nvSpPr>
          <p:cNvPr id="203" name="Google Shape;203;p1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Presentado Por:Nicolas Calvo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11b218f48_0_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Plantilla Caso de Uso</a:t>
            </a:r>
            <a:endParaRPr/>
          </a:p>
        </p:txBody>
      </p:sp>
      <p:sp>
        <p:nvSpPr>
          <p:cNvPr id="209" name="Google Shape;209;g3a11b218f48_0_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 realizaron 3 plantillas de caso de uso los cuales fueron servicio rest,notificaciones y </a:t>
            </a:r>
            <a:r>
              <a:rPr lang="en-US"/>
              <a:t>geolocalización para la 2 fase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El tiempo que se </a:t>
            </a:r>
            <a:r>
              <a:rPr lang="en-US"/>
              <a:t>tomó</a:t>
            </a:r>
            <a:r>
              <a:rPr lang="en-US"/>
              <a:t> para hacer cada plantilla fue de 60 minutos lo que equivale a 1 hora cada uno.</a:t>
            </a:r>
            <a:endParaRPr/>
          </a:p>
        </p:txBody>
      </p:sp>
      <p:pic>
        <p:nvPicPr>
          <p:cNvPr id="210" name="Google Shape;210;g3a11b218f4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325" y="4390375"/>
            <a:ext cx="9882624" cy="9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11b218f48_0_11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Plantilla Escenario de Calidad</a:t>
            </a:r>
            <a:endParaRPr/>
          </a:p>
        </p:txBody>
      </p:sp>
      <p:sp>
        <p:nvSpPr>
          <p:cNvPr id="216" name="Google Shape;216;g3a11b218f48_0_11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 </a:t>
            </a:r>
            <a:r>
              <a:rPr lang="en-US"/>
              <a:t>realizó</a:t>
            </a:r>
            <a:r>
              <a:rPr lang="en-US"/>
              <a:t> 3 plantillas de escenario de calidad de los 3 uso de caso por cada plantilla se </a:t>
            </a:r>
            <a:r>
              <a:rPr lang="en-US"/>
              <a:t>demoró</a:t>
            </a:r>
            <a:r>
              <a:rPr lang="en-US"/>
              <a:t> 60 minutos que equivale a una hora.</a:t>
            </a:r>
            <a:endParaRPr/>
          </a:p>
        </p:txBody>
      </p:sp>
      <p:pic>
        <p:nvPicPr>
          <p:cNvPr id="217" name="Google Shape;217;g3a11b218f48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50" y="3714875"/>
            <a:ext cx="10086151" cy="8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11b218f48_0_6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Requerimientos de atributo de calidad</a:t>
            </a:r>
            <a:endParaRPr/>
          </a:p>
        </p:txBody>
      </p:sp>
      <p:sp>
        <p:nvSpPr>
          <p:cNvPr id="223" name="Google Shape;223;g3a11b218f48_0_6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 realizaron 3 plantillas de requerimientos de atributo al respecto los 3 uso de caso y los escenarios de calidad de cada uno al realizar cada plantilla se </a:t>
            </a:r>
            <a:r>
              <a:rPr lang="en-US"/>
              <a:t>demoró</a:t>
            </a:r>
            <a:r>
              <a:rPr lang="en-US"/>
              <a:t> 60 minutos lo que equivale a 1 hora por plantilla.</a:t>
            </a:r>
            <a:endParaRPr/>
          </a:p>
        </p:txBody>
      </p:sp>
      <p:pic>
        <p:nvPicPr>
          <p:cNvPr id="224" name="Google Shape;224;g3a11b218f48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325" y="4237825"/>
            <a:ext cx="10544826" cy="8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11b218f48_0_18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Documento realizados</a:t>
            </a:r>
            <a:endParaRPr/>
          </a:p>
        </p:txBody>
      </p:sp>
      <p:sp>
        <p:nvSpPr>
          <p:cNvPr id="230" name="Google Shape;230;g3a11b218f48_0_18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También</a:t>
            </a:r>
            <a:r>
              <a:rPr lang="en-US"/>
              <a:t> se </a:t>
            </a:r>
            <a:r>
              <a:rPr lang="en-US"/>
              <a:t>realizó</a:t>
            </a:r>
            <a:r>
              <a:rPr lang="en-US"/>
              <a:t> los </a:t>
            </a:r>
            <a:r>
              <a:rPr lang="en-US"/>
              <a:t>siguientes</a:t>
            </a:r>
            <a:r>
              <a:rPr lang="en-US"/>
              <a:t> documentos con sus actualizaciones y se </a:t>
            </a:r>
            <a:r>
              <a:rPr lang="en-US"/>
              <a:t>modificó</a:t>
            </a:r>
            <a:r>
              <a:rPr lang="en-US"/>
              <a:t> algunos documentos para la 2 fase: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1.Script Requerimientos/</a:t>
            </a:r>
            <a:r>
              <a:rPr lang="en-US"/>
              <a:t>Planeación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2.Log de defectos.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3.Bitacora.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4.Control de asignaciones.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5.Maestro de Documento.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6.</a:t>
            </a:r>
            <a:r>
              <a:rPr lang="en-US"/>
              <a:t>Especificación</a:t>
            </a:r>
            <a:r>
              <a:rPr lang="en-US"/>
              <a:t> detallada de tareas.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7.Plan de Calidad.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8.Documento de </a:t>
            </a:r>
            <a:r>
              <a:rPr lang="en-US"/>
              <a:t>Revisión</a:t>
            </a:r>
            <a:r>
              <a:rPr lang="en-US"/>
              <a:t> y </a:t>
            </a:r>
            <a:r>
              <a:rPr lang="en-US"/>
              <a:t>Corrección.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11b218f48_0_23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 dedicado para esta fase</a:t>
            </a:r>
            <a:endParaRPr/>
          </a:p>
        </p:txBody>
      </p:sp>
      <p:sp>
        <p:nvSpPr>
          <p:cNvPr id="236" name="Google Shape;236;g3a11b218f48_0_23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El tiempo que se </a:t>
            </a:r>
            <a:r>
              <a:rPr lang="en-US"/>
              <a:t>dedicó</a:t>
            </a:r>
            <a:r>
              <a:rPr lang="en-US"/>
              <a:t> a esta fase fue de 1250 minutos que equivale a 20 horas y 50 minutos.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g3a11b218f48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700" y="3685776"/>
            <a:ext cx="8002525" cy="7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rlín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2025-11-06T19:51:06Z</dcterms:created>
  <dc:creator>NICOLAS ESTEBAN CALVO OSPINA</dc:creator>
</cp:coreProperties>
</file>