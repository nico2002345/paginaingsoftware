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hTl2FvTxPvEOXX0irJRF2mtdnK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2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a11b218f4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a11b218f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a11b218f48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a11b218f48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a11b218f48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a11b218f48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11b218f48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a11b218f48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11b218f48_0_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a11b218f48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a8e97fe040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a8e97fe0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3" name="Google Shape;1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4242851"/>
            <a:ext cx="8968084" cy="2759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4" name="Google Shape;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11716" y="4243845"/>
            <a:ext cx="3077108" cy="27694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/>
          <p:nvPr/>
        </p:nvSpPr>
        <p:spPr>
          <a:xfrm>
            <a:off x="0" y="2590078"/>
            <a:ext cx="8968085" cy="1660332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 txBox="1"/>
          <p:nvPr>
            <p:ph type="ctrTitle"/>
          </p:nvPr>
        </p:nvSpPr>
        <p:spPr>
          <a:xfrm>
            <a:off x="680322" y="2733709"/>
            <a:ext cx="8144134" cy="137307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Trebuchet M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680322" y="4394039"/>
            <a:ext cx="8144134" cy="11176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9255346" y="2750337"/>
            <a:ext cx="1171888" cy="13564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23" name="Google Shape;23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24" name="Google Shape;2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4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 txBox="1"/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33" name="Google Shape;33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4086907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34" name="Google Shape;3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4" y="4087901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5"/>
          <p:cNvSpPr/>
          <p:nvPr/>
        </p:nvSpPr>
        <p:spPr>
          <a:xfrm>
            <a:off x="-2" y="2726267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5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5"/>
          <p:cNvSpPr txBox="1"/>
          <p:nvPr>
            <p:ph type="title"/>
          </p:nvPr>
        </p:nvSpPr>
        <p:spPr>
          <a:xfrm>
            <a:off x="680322" y="2869895"/>
            <a:ext cx="9613860" cy="10907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rebuchet M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" type="body"/>
          </p:nvPr>
        </p:nvSpPr>
        <p:spPr>
          <a:xfrm>
            <a:off x="680322" y="4232171"/>
            <a:ext cx="9613860" cy="17040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5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10729455" y="2869895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43" name="Google Shape;4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44" name="Google Shape;4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6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6"/>
          <p:cNvSpPr txBox="1"/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" type="body"/>
          </p:nvPr>
        </p:nvSpPr>
        <p:spPr>
          <a:xfrm>
            <a:off x="680320" y="2336873"/>
            <a:ext cx="4698358" cy="35993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2" type="body"/>
          </p:nvPr>
        </p:nvSpPr>
        <p:spPr>
          <a:xfrm>
            <a:off x="5594123" y="2336873"/>
            <a:ext cx="4700058" cy="35993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54" name="Google Shape;54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55" name="Google Shape;5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7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7"/>
          <p:cNvSpPr txBox="1"/>
          <p:nvPr>
            <p:ph type="title"/>
          </p:nvPr>
        </p:nvSpPr>
        <p:spPr>
          <a:xfrm>
            <a:off x="680319" y="753229"/>
            <a:ext cx="9613863" cy="1080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" type="body"/>
          </p:nvPr>
        </p:nvSpPr>
        <p:spPr>
          <a:xfrm>
            <a:off x="906350" y="2336873"/>
            <a:ext cx="4472327" cy="6931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60" name="Google Shape;60;p7"/>
          <p:cNvSpPr txBox="1"/>
          <p:nvPr>
            <p:ph idx="2" type="body"/>
          </p:nvPr>
        </p:nvSpPr>
        <p:spPr>
          <a:xfrm>
            <a:off x="680322" y="3030008"/>
            <a:ext cx="4698355" cy="29061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3" type="body"/>
          </p:nvPr>
        </p:nvSpPr>
        <p:spPr>
          <a:xfrm>
            <a:off x="5820154" y="2336873"/>
            <a:ext cx="4474028" cy="69207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62" name="Google Shape;62;p7"/>
          <p:cNvSpPr txBox="1"/>
          <p:nvPr>
            <p:ph idx="4" type="body"/>
          </p:nvPr>
        </p:nvSpPr>
        <p:spPr>
          <a:xfrm>
            <a:off x="5594123" y="3030008"/>
            <a:ext cx="4700059" cy="29061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7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7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7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67" name="Google Shape;6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68" name="Google Shape;6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8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8"/>
          <p:cNvSpPr txBox="1"/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8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8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8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Short.png" id="76" name="Google Shape;76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9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9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9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82" name="Google Shape;8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83" name="Google Shape;8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0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0"/>
          <p:cNvSpPr txBox="1"/>
          <p:nvPr>
            <p:ph type="title"/>
          </p:nvPr>
        </p:nvSpPr>
        <p:spPr>
          <a:xfrm>
            <a:off x="680321" y="753227"/>
            <a:ext cx="9613859" cy="10809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rebuchet M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0"/>
          <p:cNvSpPr txBox="1"/>
          <p:nvPr>
            <p:ph idx="1" type="body"/>
          </p:nvPr>
        </p:nvSpPr>
        <p:spPr>
          <a:xfrm>
            <a:off x="4685846" y="2336873"/>
            <a:ext cx="5608336" cy="3599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0"/>
          <p:cNvSpPr txBox="1"/>
          <p:nvPr>
            <p:ph idx="2" type="body"/>
          </p:nvPr>
        </p:nvSpPr>
        <p:spPr>
          <a:xfrm>
            <a:off x="680322" y="2336872"/>
            <a:ext cx="3790078" cy="35993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89" name="Google Shape;89;p10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0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93" name="Google Shape;93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94" name="Google Shape;9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1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1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1"/>
          <p:cNvSpPr txBox="1"/>
          <p:nvPr>
            <p:ph type="title"/>
          </p:nvPr>
        </p:nvSpPr>
        <p:spPr>
          <a:xfrm>
            <a:off x="680323" y="753228"/>
            <a:ext cx="9613857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rebuchet M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1"/>
          <p:cNvSpPr/>
          <p:nvPr>
            <p:ph idx="2" type="pic"/>
          </p:nvPr>
        </p:nvSpPr>
        <p:spPr>
          <a:xfrm>
            <a:off x="4868333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rotWithShape="0" algn="tl" dir="5040000" dist="63500">
              <a:srgbClr val="000000">
                <a:alpha val="40784"/>
              </a:srgbClr>
            </a:outerShdw>
          </a:effectLst>
        </p:spPr>
      </p:sp>
      <p:sp>
        <p:nvSpPr>
          <p:cNvPr id="99" name="Google Shape;99;p11"/>
          <p:cNvSpPr txBox="1"/>
          <p:nvPr>
            <p:ph idx="1" type="body"/>
          </p:nvPr>
        </p:nvSpPr>
        <p:spPr>
          <a:xfrm>
            <a:off x="680323" y="2336873"/>
            <a:ext cx="3876256" cy="35993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00" name="Google Shape;100;p11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1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1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panorámica con descripción">
  <p:cSld name="Imagen panorámica con descripción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04" name="Google Shape;10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5928628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05" name="Google Shape;10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5929622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2"/>
          <p:cNvSpPr/>
          <p:nvPr/>
        </p:nvSpPr>
        <p:spPr>
          <a:xfrm>
            <a:off x="0" y="4567988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2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2"/>
          <p:cNvSpPr txBox="1"/>
          <p:nvPr>
            <p:ph type="title"/>
          </p:nvPr>
        </p:nvSpPr>
        <p:spPr>
          <a:xfrm>
            <a:off x="680322" y="4711616"/>
            <a:ext cx="9613859" cy="4530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Trebuchet MS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12"/>
          <p:cNvSpPr/>
          <p:nvPr>
            <p:ph idx="2" type="pic"/>
          </p:nvPr>
        </p:nvSpPr>
        <p:spPr>
          <a:xfrm>
            <a:off x="680322" y="609597"/>
            <a:ext cx="9613859" cy="3589575"/>
          </a:xfrm>
          <a:prstGeom prst="rect">
            <a:avLst/>
          </a:prstGeom>
          <a:noFill/>
          <a:ln>
            <a:noFill/>
          </a:ln>
          <a:effectLst>
            <a:outerShdw blurRad="76200" rotWithShape="0" algn="tl" dir="5040000" dist="63500">
              <a:srgbClr val="000000">
                <a:alpha val="40784"/>
              </a:srgbClr>
            </a:outerShdw>
          </a:effectLst>
        </p:spPr>
      </p:sp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680319" y="5169583"/>
            <a:ext cx="9613862" cy="622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11" name="Google Shape;111;p12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12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2"/>
          <p:cNvSpPr txBox="1"/>
          <p:nvPr>
            <p:ph idx="12" type="sldNum"/>
          </p:nvPr>
        </p:nvSpPr>
        <p:spPr>
          <a:xfrm>
            <a:off x="10729455" y="4711309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descripción">
  <p:cSld name="Título y descripción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15" name="Google Shape;115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5928628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16" name="Google Shape;11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5929622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3"/>
          <p:cNvSpPr/>
          <p:nvPr/>
        </p:nvSpPr>
        <p:spPr>
          <a:xfrm>
            <a:off x="0" y="4567988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3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3"/>
          <p:cNvSpPr txBox="1"/>
          <p:nvPr>
            <p:ph type="title"/>
          </p:nvPr>
        </p:nvSpPr>
        <p:spPr>
          <a:xfrm>
            <a:off x="680322" y="609597"/>
            <a:ext cx="9613858" cy="3592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Trebuchet MS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3"/>
          <p:cNvSpPr txBox="1"/>
          <p:nvPr>
            <p:ph idx="1" type="body"/>
          </p:nvPr>
        </p:nvSpPr>
        <p:spPr>
          <a:xfrm>
            <a:off x="680322" y="4711615"/>
            <a:ext cx="9613859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21" name="Google Shape;121;p13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3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3"/>
          <p:cNvSpPr txBox="1"/>
          <p:nvPr>
            <p:ph idx="12" type="sldNum"/>
          </p:nvPr>
        </p:nvSpPr>
        <p:spPr>
          <a:xfrm>
            <a:off x="10729455" y="4711615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ta con descripción">
  <p:cSld name="Cita con descripció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25" name="Google Shape;12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5928628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26" name="Google Shape;12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5929622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4"/>
          <p:cNvSpPr/>
          <p:nvPr/>
        </p:nvSpPr>
        <p:spPr>
          <a:xfrm>
            <a:off x="0" y="4567988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4"/>
          <p:cNvSpPr txBox="1"/>
          <p:nvPr>
            <p:ph type="title"/>
          </p:nvPr>
        </p:nvSpPr>
        <p:spPr>
          <a:xfrm>
            <a:off x="1127856" y="609598"/>
            <a:ext cx="8718877" cy="3036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Trebuchet MS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4"/>
          <p:cNvSpPr txBox="1"/>
          <p:nvPr>
            <p:ph idx="1" type="body"/>
          </p:nvPr>
        </p:nvSpPr>
        <p:spPr>
          <a:xfrm>
            <a:off x="1402288" y="3653379"/>
            <a:ext cx="8156579" cy="5489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31" name="Google Shape;131;p14"/>
          <p:cNvSpPr txBox="1"/>
          <p:nvPr>
            <p:ph idx="2" type="body"/>
          </p:nvPr>
        </p:nvSpPr>
        <p:spPr>
          <a:xfrm>
            <a:off x="680322" y="4711615"/>
            <a:ext cx="9613859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32" name="Google Shape;132;p14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4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4"/>
          <p:cNvSpPr txBox="1"/>
          <p:nvPr>
            <p:ph idx="12" type="sldNum"/>
          </p:nvPr>
        </p:nvSpPr>
        <p:spPr>
          <a:xfrm>
            <a:off x="10729455" y="4709925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Trebuchet MS"/>
              <a:buNone/>
            </a:pPr>
            <a:r>
              <a:rPr b="0" i="0" lang="en-US" sz="7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“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Trebuchet MS"/>
              <a:buNone/>
            </a:pPr>
            <a:r>
              <a:rPr b="0" i="0" lang="en-US" sz="7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jeta de nombre">
  <p:cSld name="Tarjeta de nombre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38" name="Google Shape;13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5928628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39" name="Google Shape;13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5929622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5"/>
          <p:cNvSpPr/>
          <p:nvPr/>
        </p:nvSpPr>
        <p:spPr>
          <a:xfrm>
            <a:off x="0" y="4567988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5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5"/>
          <p:cNvSpPr txBox="1"/>
          <p:nvPr>
            <p:ph type="title"/>
          </p:nvPr>
        </p:nvSpPr>
        <p:spPr>
          <a:xfrm>
            <a:off x="680319" y="4711615"/>
            <a:ext cx="9613862" cy="5885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Trebuchet MS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5"/>
          <p:cNvSpPr txBox="1"/>
          <p:nvPr>
            <p:ph idx="1" type="body"/>
          </p:nvPr>
        </p:nvSpPr>
        <p:spPr>
          <a:xfrm>
            <a:off x="680320" y="5300149"/>
            <a:ext cx="9613862" cy="5022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44" name="Google Shape;144;p15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15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15"/>
          <p:cNvSpPr txBox="1"/>
          <p:nvPr>
            <p:ph idx="12" type="sldNum"/>
          </p:nvPr>
        </p:nvSpPr>
        <p:spPr>
          <a:xfrm>
            <a:off x="10729455" y="4709925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3">
  <p:cSld name="Columna 3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48" name="Google Shape;148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49" name="Google Shape;14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6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6"/>
          <p:cNvSpPr txBox="1"/>
          <p:nvPr>
            <p:ph type="title"/>
          </p:nvPr>
        </p:nvSpPr>
        <p:spPr>
          <a:xfrm>
            <a:off x="669222" y="753228"/>
            <a:ext cx="9624960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660946" y="2336873"/>
            <a:ext cx="3070034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54" name="Google Shape;154;p16"/>
          <p:cNvSpPr txBox="1"/>
          <p:nvPr>
            <p:ph idx="2" type="body"/>
          </p:nvPr>
        </p:nvSpPr>
        <p:spPr>
          <a:xfrm>
            <a:off x="680322" y="3022673"/>
            <a:ext cx="3049702" cy="29135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55" name="Google Shape;155;p16"/>
          <p:cNvSpPr txBox="1"/>
          <p:nvPr>
            <p:ph idx="3" type="body"/>
          </p:nvPr>
        </p:nvSpPr>
        <p:spPr>
          <a:xfrm>
            <a:off x="3956025" y="2336873"/>
            <a:ext cx="306324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56" name="Google Shape;156;p16"/>
          <p:cNvSpPr txBox="1"/>
          <p:nvPr>
            <p:ph idx="4" type="body"/>
          </p:nvPr>
        </p:nvSpPr>
        <p:spPr>
          <a:xfrm>
            <a:off x="3945470" y="3022673"/>
            <a:ext cx="3063240" cy="29135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57" name="Google Shape;157;p16"/>
          <p:cNvSpPr txBox="1"/>
          <p:nvPr>
            <p:ph idx="5" type="body"/>
          </p:nvPr>
        </p:nvSpPr>
        <p:spPr>
          <a:xfrm>
            <a:off x="7224156" y="2336873"/>
            <a:ext cx="307002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58" name="Google Shape;158;p16"/>
          <p:cNvSpPr txBox="1"/>
          <p:nvPr>
            <p:ph idx="6" type="body"/>
          </p:nvPr>
        </p:nvSpPr>
        <p:spPr>
          <a:xfrm>
            <a:off x="7224156" y="3022673"/>
            <a:ext cx="3070025" cy="29135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59" name="Google Shape;159;p16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16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16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de imagen 3">
  <p:cSld name="Columna de imagen 3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63" name="Google Shape;163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64" name="Google Shape;16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7"/>
          <p:cNvSpPr txBox="1"/>
          <p:nvPr>
            <p:ph type="title"/>
          </p:nvPr>
        </p:nvSpPr>
        <p:spPr>
          <a:xfrm>
            <a:off x="680322" y="753228"/>
            <a:ext cx="9613860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17"/>
          <p:cNvSpPr txBox="1"/>
          <p:nvPr>
            <p:ph idx="1" type="body"/>
          </p:nvPr>
        </p:nvSpPr>
        <p:spPr>
          <a:xfrm>
            <a:off x="680318" y="4297503"/>
            <a:ext cx="304970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69" name="Google Shape;169;p17"/>
          <p:cNvSpPr/>
          <p:nvPr>
            <p:ph idx="2" type="pic"/>
          </p:nvPr>
        </p:nvSpPr>
        <p:spPr>
          <a:xfrm>
            <a:off x="680318" y="2336873"/>
            <a:ext cx="3049705" cy="1524000"/>
          </a:xfrm>
          <a:prstGeom prst="roundRect">
            <a:avLst>
              <a:gd fmla="val 0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70" name="Google Shape;170;p17"/>
          <p:cNvSpPr txBox="1"/>
          <p:nvPr>
            <p:ph idx="3" type="body"/>
          </p:nvPr>
        </p:nvSpPr>
        <p:spPr>
          <a:xfrm>
            <a:off x="680318" y="4873765"/>
            <a:ext cx="3049705" cy="10624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71" name="Google Shape;171;p17"/>
          <p:cNvSpPr txBox="1"/>
          <p:nvPr>
            <p:ph idx="4" type="body"/>
          </p:nvPr>
        </p:nvSpPr>
        <p:spPr>
          <a:xfrm>
            <a:off x="3945471" y="4297503"/>
            <a:ext cx="306324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72" name="Google Shape;172;p17"/>
          <p:cNvSpPr/>
          <p:nvPr>
            <p:ph idx="5" type="pic"/>
          </p:nvPr>
        </p:nvSpPr>
        <p:spPr>
          <a:xfrm>
            <a:off x="3945470" y="2336873"/>
            <a:ext cx="3063240" cy="1524000"/>
          </a:xfrm>
          <a:prstGeom prst="roundRect">
            <a:avLst>
              <a:gd fmla="val 0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73" name="Google Shape;173;p17"/>
          <p:cNvSpPr txBox="1"/>
          <p:nvPr>
            <p:ph idx="6" type="body"/>
          </p:nvPr>
        </p:nvSpPr>
        <p:spPr>
          <a:xfrm>
            <a:off x="3944117" y="4873764"/>
            <a:ext cx="3067297" cy="10624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74" name="Google Shape;174;p17"/>
          <p:cNvSpPr txBox="1"/>
          <p:nvPr>
            <p:ph idx="7" type="body"/>
          </p:nvPr>
        </p:nvSpPr>
        <p:spPr>
          <a:xfrm>
            <a:off x="7230678" y="4297503"/>
            <a:ext cx="306350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75" name="Google Shape;175;p17"/>
          <p:cNvSpPr/>
          <p:nvPr>
            <p:ph idx="8" type="pic"/>
          </p:nvPr>
        </p:nvSpPr>
        <p:spPr>
          <a:xfrm>
            <a:off x="7230677" y="2336873"/>
            <a:ext cx="3063505" cy="1524000"/>
          </a:xfrm>
          <a:prstGeom prst="roundRect">
            <a:avLst>
              <a:gd fmla="val 0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76" name="Google Shape;176;p17"/>
          <p:cNvSpPr txBox="1"/>
          <p:nvPr>
            <p:ph idx="9" type="body"/>
          </p:nvPr>
        </p:nvSpPr>
        <p:spPr>
          <a:xfrm>
            <a:off x="7230553" y="4873762"/>
            <a:ext cx="3067563" cy="10624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77" name="Google Shape;177;p17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17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17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D-ShadowLong.png" id="181" name="Google Shape;18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1970240"/>
            <a:ext cx="10437812" cy="3211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D-ShadowShort.png" id="182" name="Google Shape;18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5826" y="1971234"/>
            <a:ext cx="1602997" cy="14427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/>
          <p:nvPr/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8"/>
          <p:cNvSpPr txBox="1"/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rebuchet M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p18"/>
          <p:cNvSpPr txBox="1"/>
          <p:nvPr>
            <p:ph idx="1" type="body"/>
          </p:nvPr>
        </p:nvSpPr>
        <p:spPr>
          <a:xfrm rot="5400000">
            <a:off x="3687594" y="-670400"/>
            <a:ext cx="3599316" cy="96138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7" name="Google Shape;187;p18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18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18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"/>
          <p:cNvSpPr/>
          <p:nvPr/>
        </p:nvSpPr>
        <p:spPr>
          <a:xfrm rot="5400000">
            <a:off x="8116207" y="1869395"/>
            <a:ext cx="5106988" cy="136819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9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9"/>
          <p:cNvSpPr txBox="1"/>
          <p:nvPr>
            <p:ph type="title"/>
          </p:nvPr>
        </p:nvSpPr>
        <p:spPr>
          <a:xfrm rot="5400000">
            <a:off x="8489252" y="2249576"/>
            <a:ext cx="4353760" cy="1073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19"/>
          <p:cNvSpPr txBox="1"/>
          <p:nvPr>
            <p:ph idx="1" type="body"/>
          </p:nvPr>
        </p:nvSpPr>
        <p:spPr>
          <a:xfrm rot="5400000">
            <a:off x="2452030" y="-1162110"/>
            <a:ext cx="5326589" cy="88700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19"/>
          <p:cNvSpPr txBox="1"/>
          <p:nvPr>
            <p:ph idx="10" type="dt"/>
          </p:nvPr>
        </p:nvSpPr>
        <p:spPr>
          <a:xfrm>
            <a:off x="6807126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19"/>
          <p:cNvSpPr txBox="1"/>
          <p:nvPr>
            <p:ph idx="11" type="ftr"/>
          </p:nvPr>
        </p:nvSpPr>
        <p:spPr>
          <a:xfrm>
            <a:off x="680321" y="5936188"/>
            <a:ext cx="612680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p19"/>
          <p:cNvSpPr txBox="1"/>
          <p:nvPr>
            <p:ph idx="12" type="sldNum"/>
          </p:nvPr>
        </p:nvSpPr>
        <p:spPr>
          <a:xfrm>
            <a:off x="10097550" y="5398633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algn="ctr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theme" Target="../theme/theme1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78121"/>
            </a:gs>
            <a:gs pos="50000">
              <a:srgbClr val="D54006"/>
            </a:gs>
            <a:gs pos="100000">
              <a:srgbClr val="8C0000"/>
            </a:gs>
          </a:gsLst>
          <a:lin ang="2520000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shOverlay-FullResolve.png" id="6" name="Google Shape;6;p2"/>
          <p:cNvPicPr preferRelativeResize="0"/>
          <p:nvPr/>
        </p:nvPicPr>
        <p:blipFill rotWithShape="1">
          <a:blip r:embed="rId1">
            <a:alphaModFix amt="10000"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2"/>
          <p:cNvSpPr txBox="1"/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rebuchet MS"/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2"/>
          <p:cNvSpPr txBox="1"/>
          <p:nvPr>
            <p:ph idx="1" type="body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0" type="dt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1" type="ftr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2" type="sldNum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"/>
          <p:cNvSpPr txBox="1"/>
          <p:nvPr>
            <p:ph type="ctrTitle"/>
          </p:nvPr>
        </p:nvSpPr>
        <p:spPr>
          <a:xfrm>
            <a:off x="680325" y="1039645"/>
            <a:ext cx="8144100" cy="306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Trebuchet MS"/>
              <a:buNone/>
            </a:pPr>
            <a:r>
              <a:rPr lang="en-US" sz="4800"/>
              <a:t>Documento Final Requerimientos/</a:t>
            </a:r>
            <a:r>
              <a:rPr lang="en-US" sz="4800"/>
              <a:t>Planeación</a:t>
            </a:r>
            <a:endParaRPr sz="4800"/>
          </a:p>
        </p:txBody>
      </p:sp>
      <p:sp>
        <p:nvSpPr>
          <p:cNvPr id="203" name="Google Shape;203;p1"/>
          <p:cNvSpPr txBox="1"/>
          <p:nvPr>
            <p:ph idx="1" type="subTitle"/>
          </p:nvPr>
        </p:nvSpPr>
        <p:spPr>
          <a:xfrm>
            <a:off x="680322" y="4394039"/>
            <a:ext cx="8144134" cy="11176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/>
              <a:t>Presentado Por:Nicolas Calvo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a11b218f48_0_0"/>
          <p:cNvSpPr txBox="1"/>
          <p:nvPr>
            <p:ph type="title"/>
          </p:nvPr>
        </p:nvSpPr>
        <p:spPr>
          <a:xfrm>
            <a:off x="680321" y="753228"/>
            <a:ext cx="9613800" cy="1080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Plantilla Caso de Uso</a:t>
            </a:r>
            <a:endParaRPr/>
          </a:p>
        </p:txBody>
      </p:sp>
      <p:sp>
        <p:nvSpPr>
          <p:cNvPr id="209" name="Google Shape;209;g3a11b218f48_0_0"/>
          <p:cNvSpPr txBox="1"/>
          <p:nvPr>
            <p:ph idx="1" type="body"/>
          </p:nvPr>
        </p:nvSpPr>
        <p:spPr>
          <a:xfrm>
            <a:off x="680321" y="2336873"/>
            <a:ext cx="9613800" cy="3599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Se realizaron 3 plantillas de caso de uso los cuales fueron servicio rest,notificaciones y </a:t>
            </a:r>
            <a:r>
              <a:rPr lang="en-US"/>
              <a:t>geolocalización para la 2 fase</a:t>
            </a:r>
            <a:r>
              <a:rPr lang="en-US"/>
              <a:t>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El tiempo que se </a:t>
            </a:r>
            <a:r>
              <a:rPr lang="en-US"/>
              <a:t>tomó</a:t>
            </a:r>
            <a:r>
              <a:rPr lang="en-US"/>
              <a:t> para hacer cada plantilla fue de 60 minutos lo que equivale a 1 hora cada uno.</a:t>
            </a:r>
            <a:endParaRPr/>
          </a:p>
        </p:txBody>
      </p:sp>
      <p:pic>
        <p:nvPicPr>
          <p:cNvPr id="210" name="Google Shape;210;g3a11b218f4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325" y="4390375"/>
            <a:ext cx="9882624" cy="92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1b218f48_0_11"/>
          <p:cNvSpPr txBox="1"/>
          <p:nvPr>
            <p:ph type="title"/>
          </p:nvPr>
        </p:nvSpPr>
        <p:spPr>
          <a:xfrm>
            <a:off x="680321" y="753228"/>
            <a:ext cx="9613800" cy="1080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Plantilla Escenario de Calidad</a:t>
            </a:r>
            <a:endParaRPr/>
          </a:p>
        </p:txBody>
      </p:sp>
      <p:sp>
        <p:nvSpPr>
          <p:cNvPr id="216" name="Google Shape;216;g3a11b218f48_0_11"/>
          <p:cNvSpPr txBox="1"/>
          <p:nvPr>
            <p:ph idx="1" type="body"/>
          </p:nvPr>
        </p:nvSpPr>
        <p:spPr>
          <a:xfrm>
            <a:off x="680321" y="2336873"/>
            <a:ext cx="9613800" cy="3599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Se </a:t>
            </a:r>
            <a:r>
              <a:rPr lang="en-US"/>
              <a:t>realizó</a:t>
            </a:r>
            <a:r>
              <a:rPr lang="en-US"/>
              <a:t> 3 plantillas de escenario de calidad de los 3 uso de caso por cada plantilla se </a:t>
            </a:r>
            <a:r>
              <a:rPr lang="en-US"/>
              <a:t>demoró</a:t>
            </a:r>
            <a:r>
              <a:rPr lang="en-US"/>
              <a:t> 60 minutos que equivale a una hora.</a:t>
            </a:r>
            <a:endParaRPr/>
          </a:p>
        </p:txBody>
      </p:sp>
      <p:pic>
        <p:nvPicPr>
          <p:cNvPr id="217" name="Google Shape;217;g3a11b218f48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150" y="3714875"/>
            <a:ext cx="10086151" cy="8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a11b218f48_0_6"/>
          <p:cNvSpPr txBox="1"/>
          <p:nvPr>
            <p:ph type="title"/>
          </p:nvPr>
        </p:nvSpPr>
        <p:spPr>
          <a:xfrm>
            <a:off x="680321" y="753228"/>
            <a:ext cx="9613800" cy="1080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Requerimientos de atributo de calidad</a:t>
            </a:r>
            <a:endParaRPr/>
          </a:p>
        </p:txBody>
      </p:sp>
      <p:sp>
        <p:nvSpPr>
          <p:cNvPr id="223" name="Google Shape;223;g3a11b218f48_0_6"/>
          <p:cNvSpPr txBox="1"/>
          <p:nvPr>
            <p:ph idx="1" type="body"/>
          </p:nvPr>
        </p:nvSpPr>
        <p:spPr>
          <a:xfrm>
            <a:off x="680321" y="2336873"/>
            <a:ext cx="9613800" cy="3599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Se realizaron 3 plantillas de requerimientos de atributo al respecto los 3 uso de caso y los escenarios de calidad de cada uno al realizar cada plantilla se </a:t>
            </a:r>
            <a:r>
              <a:rPr lang="en-US"/>
              <a:t>demoró</a:t>
            </a:r>
            <a:r>
              <a:rPr lang="en-US"/>
              <a:t> 60 minutos lo que equivale a 1 hora por plantilla.</a:t>
            </a:r>
            <a:endParaRPr/>
          </a:p>
        </p:txBody>
      </p:sp>
      <p:pic>
        <p:nvPicPr>
          <p:cNvPr id="224" name="Google Shape;224;g3a11b218f48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325" y="4237825"/>
            <a:ext cx="10544826" cy="87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a11b218f48_0_18"/>
          <p:cNvSpPr txBox="1"/>
          <p:nvPr>
            <p:ph type="title"/>
          </p:nvPr>
        </p:nvSpPr>
        <p:spPr>
          <a:xfrm>
            <a:off x="680321" y="753228"/>
            <a:ext cx="9613800" cy="1080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Documento realizados</a:t>
            </a:r>
            <a:endParaRPr/>
          </a:p>
        </p:txBody>
      </p:sp>
      <p:sp>
        <p:nvSpPr>
          <p:cNvPr id="230" name="Google Shape;230;g3a11b218f48_0_18"/>
          <p:cNvSpPr txBox="1"/>
          <p:nvPr>
            <p:ph idx="1" type="body"/>
          </p:nvPr>
        </p:nvSpPr>
        <p:spPr>
          <a:xfrm>
            <a:off x="680321" y="2336873"/>
            <a:ext cx="9613800" cy="3599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También</a:t>
            </a:r>
            <a:r>
              <a:rPr lang="en-US"/>
              <a:t> se </a:t>
            </a:r>
            <a:r>
              <a:rPr lang="en-US"/>
              <a:t>realizó</a:t>
            </a:r>
            <a:r>
              <a:rPr lang="en-US"/>
              <a:t> los </a:t>
            </a:r>
            <a:r>
              <a:rPr lang="en-US"/>
              <a:t>siguientes</a:t>
            </a:r>
            <a:r>
              <a:rPr lang="en-US"/>
              <a:t> documentos con sus actualizaciones y se </a:t>
            </a:r>
            <a:r>
              <a:rPr lang="en-US"/>
              <a:t>modificó</a:t>
            </a:r>
            <a:r>
              <a:rPr lang="en-US"/>
              <a:t> algunos documentos para la 2 fase: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1.Script Requerimientos/</a:t>
            </a:r>
            <a:r>
              <a:rPr lang="en-US"/>
              <a:t>Planeación</a:t>
            </a:r>
            <a:r>
              <a:rPr lang="en-US"/>
              <a:t>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2.Log de defectos.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3.Bitacora.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4.Control de asignaciones.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5.Maestro de Documento.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6.</a:t>
            </a:r>
            <a:r>
              <a:rPr lang="en-US"/>
              <a:t>Especificación</a:t>
            </a:r>
            <a:r>
              <a:rPr lang="en-US"/>
              <a:t> detallada de tareas.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7.Plan de Calidad.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8.Documento de </a:t>
            </a:r>
            <a:r>
              <a:rPr lang="en-US"/>
              <a:t>Revisión</a:t>
            </a:r>
            <a:r>
              <a:rPr lang="en-US"/>
              <a:t> y </a:t>
            </a:r>
            <a:r>
              <a:rPr lang="en-US"/>
              <a:t>Corrección.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a11b218f48_0_23"/>
          <p:cNvSpPr txBox="1"/>
          <p:nvPr>
            <p:ph type="title"/>
          </p:nvPr>
        </p:nvSpPr>
        <p:spPr>
          <a:xfrm>
            <a:off x="680321" y="753228"/>
            <a:ext cx="9613800" cy="1080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Tiempo dedicado para esta fase</a:t>
            </a:r>
            <a:endParaRPr/>
          </a:p>
        </p:txBody>
      </p:sp>
      <p:sp>
        <p:nvSpPr>
          <p:cNvPr id="236" name="Google Shape;236;g3a11b218f48_0_23"/>
          <p:cNvSpPr txBox="1"/>
          <p:nvPr>
            <p:ph idx="1" type="body"/>
          </p:nvPr>
        </p:nvSpPr>
        <p:spPr>
          <a:xfrm>
            <a:off x="490946" y="1964898"/>
            <a:ext cx="9613800" cy="3599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El tiempo que se </a:t>
            </a:r>
            <a:r>
              <a:rPr lang="en-US"/>
              <a:t>dedicó</a:t>
            </a:r>
            <a:r>
              <a:rPr lang="en-US"/>
              <a:t> a esta fase fue de 1250 minutos que equivale a 20 horas y 50 minutos.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7" name="Google Shape;237;g3a11b218f48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950" y="2757726"/>
            <a:ext cx="8002525" cy="73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g3a11b218f48_0_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24225" y="3658550"/>
            <a:ext cx="5125976" cy="308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8e97fe040_0_0"/>
          <p:cNvSpPr txBox="1"/>
          <p:nvPr>
            <p:ph type="title"/>
          </p:nvPr>
        </p:nvSpPr>
        <p:spPr>
          <a:xfrm>
            <a:off x="680321" y="753228"/>
            <a:ext cx="9613800" cy="1080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Actividades realizados en esta fase</a:t>
            </a:r>
            <a:endParaRPr/>
          </a:p>
        </p:txBody>
      </p:sp>
      <p:sp>
        <p:nvSpPr>
          <p:cNvPr id="244" name="Google Shape;244;g3a8e97fe040_0_0"/>
          <p:cNvSpPr txBox="1"/>
          <p:nvPr>
            <p:ph idx="1" type="body"/>
          </p:nvPr>
        </p:nvSpPr>
        <p:spPr>
          <a:xfrm>
            <a:off x="680321" y="2336873"/>
            <a:ext cx="9613800" cy="3599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Trabajos Realizados:19 Actividades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erlín">
  <a:themeElements>
    <a:clrScheme name="Berlin">
      <a:dk1>
        <a:srgbClr val="000000"/>
      </a:dk1>
      <a:lt1>
        <a:srgbClr val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2025-11-06T19:51:06Z</dcterms:created>
  <dc:creator>NICOLAS ESTEBAN CALVO OSPINA</dc:creator>
</cp:coreProperties>
</file>